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5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5334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92100"/>
            <a:ext cx="6404305" cy="221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41413"/>
                </a:solidFill>
                <a:latin typeface="Poppins Medium"/>
              </a:defRPr>
            </a:pPr>
            <a:r>
              <a:t>CAPITAL MAJORDOMO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222103"/>
            <a:ext cx="6099505" cy="203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645E"/>
                </a:solidFill>
                <a:latin typeface="Lora"/>
              </a:defRPr>
            </a:pPr>
            <a:r>
              <a:t>PROGETTO IN SVILUPPO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4005" y="10222103"/>
            <a:ext cx="825500" cy="203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645E"/>
                </a:solidFill>
                <a:latin typeface="Lora"/>
              </a:defRPr>
            </a:pPr>
            <a:r>
              <a:t>01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89000"/>
            <a:ext cx="64008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0">
                <a:solidFill>
                  <a:srgbClr val="141413"/>
                </a:solidFill>
                <a:latin typeface="Poppins SemiBold"/>
              </a:defRPr>
            </a:pPr>
            <a:r>
              <a:t>Automazione, con regole esplicite.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24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Un progetto per collegare previsioni, decisioni e controlli nel trading su CFD.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28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Automatizzare una strategia richiede più di un segnale di mercato. Occorre definire su quali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032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strumenti operare, con quali parametri e attraverso quali passaggi arrivare a un ordine.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13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Capital Majordomo nasce per organizzare questo processo. La piattaforma è progettata 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16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orchestrare operazioni su CFD tramite le API Capital.com, collegando dati di mercato,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819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previsioni su serie temporali, regole di strategia e controlli operativi.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200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Una configurazione da discutere e verificare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05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L'unità di lavoro è il «Trading Job»: una configurazione che riunisce strumenti, modello 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708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previsione, strategia, parametri di rischio e limiti operativi. Un riferimento comune 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911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confrontare le scelte tra responsabili business e team tecnico.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292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Un percorso leggibile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97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Il backend skeleton contiene un ciclo che collega dati, previsione, segnale, valutazione dei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800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limiti e invio dell'ordine. Registra inoltre esiti e motivazioni delle decisioni, per consentirne 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003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consultazione.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384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Una base concreta per il confronto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689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Sono presenti API di gestione e casi d'uso Postman per esplorare il prototipo in locale.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892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Questo permette di partire da configurazioni e flussi documentati quando si discutono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96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requisiti del progetto.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77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70" b="0">
                <a:solidFill>
                  <a:srgbClr val="141413"/>
                </a:solidFill>
                <a:latin typeface="Poppins Medium"/>
              </a:defRPr>
            </a:pPr>
            <a:r>
              <a:t>Il punto di partenza è un prototipo tecnico. Il playground locale usa risposte simulate 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680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70" b="0">
                <a:solidFill>
                  <a:srgbClr val="141413"/>
                </a:solidFill>
                <a:latin typeface="Poppins Medium"/>
              </a:defRPr>
            </a:pPr>
            <a:r>
              <a:t>broker e un servizio di previsione semplificato, senza modelli di machine learning reali. Non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883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70" b="0">
                <a:solidFill>
                  <a:srgbClr val="141413"/>
                </a:solidFill>
                <a:latin typeface="Poppins Medium"/>
              </a:defRPr>
            </a:pPr>
            <a:r>
              <a:t>dimostra risultati di investimento né un servizio pronto per l'uso Live.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264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70" b="0">
                <a:solidFill>
                  <a:srgbClr val="141413"/>
                </a:solidFill>
                <a:latin typeface="Poppins Medium"/>
              </a:defRPr>
            </a:pPr>
            <a:r>
              <a:t>Scopri il perimetro del prototipo e il percorso previsto: continua a pagina 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5" cy="10692003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533400" cy="381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92100"/>
            <a:ext cx="6404305" cy="221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0">
                <a:solidFill>
                  <a:srgbClr val="141413"/>
                </a:solidFill>
                <a:latin typeface="Poppins Medium"/>
              </a:defRPr>
            </a:pPr>
            <a:r>
              <a:t>CAPITAL MAJORDOMO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0222103"/>
            <a:ext cx="6099505" cy="203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645E"/>
                </a:solidFill>
                <a:latin typeface="Lora"/>
              </a:defRPr>
            </a:pPr>
            <a:r>
              <a:t>PROGETTO IN SVILUPPO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4005" y="10222103"/>
            <a:ext cx="825500" cy="2037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645E"/>
                </a:solidFill>
                <a:latin typeface="Lora"/>
              </a:defRPr>
            </a:pPr>
            <a:r>
              <a:t>02 /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89000"/>
            <a:ext cx="64008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0">
                <a:solidFill>
                  <a:srgbClr val="141413"/>
                </a:solidFill>
                <a:latin typeface="Poppins SemiBold"/>
              </a:defRPr>
            </a:pPr>
            <a:r>
              <a:t>Valutare il processo, prima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20800"/>
            <a:ext cx="64008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800" b="0">
                <a:solidFill>
                  <a:srgbClr val="141413"/>
                </a:solidFill>
                <a:latin typeface="Poppins SemiBold"/>
              </a:defRPr>
            </a:pPr>
            <a:r>
              <a:t>dell'operatività reale.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955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Cosa è presente nel prototipo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60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Il backend include la gestione dei Trading Job, il versionamento dei parametri e 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63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consultazione delle decisioni. Nel codice sono presenti controlli preliminari all'ordine e 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667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comando di blocco operativo, il «kill switch», con autorizzazioni distinte per attivazione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870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rilascio.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251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Queste componenti costituiscono una base di lavoro. Alcuni dati necessari ai controlli sono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54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ancora incompleti; il blocco operativo non include ancora la chiusura automatica delle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657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posizioni. I controlli descritti non garantiscono l'assenza di perdite.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038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Cosa si può esplorare in locale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343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I casi d'uso documentati guidano nella creazione di un job, nella modifica dei parametri, nella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546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consultazione delle decisioni e nelle richieste di attivazione e rilascio del blocco. 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749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playground usa dati e risposte simulate: una dimostrazione locale è distinta da una prova sul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953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conto Demo Capital.com.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334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Cosa prevede il percorso di sviluppo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638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La roadmap prevede la validazione del forecasting, simulazioni storiche con costi realistici 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842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prove sul conto Demo Capital.com prima di un eventuale passaggio Live. Il completamento 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45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gli esiti di queste verifiche restano da accertare. Il passaggio Live richiede una decisione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248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esplicita del business e le revisioni previste dal progetto.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629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A6472D"/>
                </a:solidFill>
                <a:latin typeface="Poppins Medium"/>
              </a:defRPr>
            </a:pPr>
            <a:r>
              <a:t>Il prossimo passo: una presentazione mirata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9342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Confrontiamo obiettivi, configurazioni e requisiti per capire quale sperimentazione valutare.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1374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La presentazione può partire dal prototipo locale e chiarire quali elementi richiedono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7340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ulteriori verifiche.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7721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70" b="0">
                <a:solidFill>
                  <a:srgbClr val="141413"/>
                </a:solidFill>
                <a:latin typeface="Poppins Medium"/>
              </a:defRPr>
            </a:pPr>
            <a:r>
              <a:t>Richiedi una presentazione del progetto.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81026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Capital Majordomo è un progetto in sviluppo. Il trading su CFD con leva comporta un rischio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83058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elevato di perdita del capitale. Le previsioni possono essere errate e i controlli operativi non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8509000"/>
            <a:ext cx="64008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50" b="0">
                <a:solidFill>
                  <a:srgbClr val="141413"/>
                </a:solidFill>
                <a:latin typeface="Lora"/>
              </a:defRPr>
            </a:pPr>
            <a:r>
              <a:t>eliminano il rischio. Il materiale presenta il progetto e non costituisce consulenza finanziaria.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